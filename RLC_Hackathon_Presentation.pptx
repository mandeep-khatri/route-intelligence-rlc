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Rescuing Leftover Cuisine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475569"/>
                </a:solidFill>
              </a:defRPr>
            </a:pPr>
            <a:r>
              <a:t>Data-driven impact for food rescue</a:t>
            </a:r>
          </a:p>
          <a:p>
            <a:pPr algn="ctr">
              <a:defRPr sz="2000">
                <a:solidFill>
                  <a:srgbClr val="475569"/>
                </a:solidFill>
              </a:defRPr>
            </a:pPr>
            <a:r>
              <a:t>JPMorgan Chase Hackathon · NYC · Boston · Chicago · Los Angeles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The problem we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Surplus food from businesses often becomes waste instead of meals.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RLC rescues food and delivers it to shelters, pantries, and community partners.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Our goal: turn a decade of rescue logs into actionable strategy — and a prototype coordination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Data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Rescue tracking dataset: donor, recipient, pounds, ZIP, dates, completion status.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~155K rows across four metros; we analyze completed rescues for impact metrics.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Maps use ZIP centroids; scheduling demo stores posts locally (JSON) for the hackathon.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Where volume is growing — by city (monthly lbs)</a:t>
            </a:r>
          </a:p>
        </p:txBody>
      </p:sp>
      <p:pic>
        <p:nvPicPr>
          <p:cNvPr id="3" name="Picture 2" descr="01_monthly_pounds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Finished rescues — use for growth narrative and city mix.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Seasonality — when to staff drivers</a:t>
            </a:r>
          </a:p>
        </p:txBody>
      </p:sp>
      <p:pic>
        <p:nvPicPr>
          <p:cNvPr id="3" name="Picture 2" descr="02_seasonality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Index vs average month — align volunteer shifts and donor reminders.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Donor types — who supplies the pounds</a:t>
            </a:r>
          </a:p>
        </p:txBody>
      </p:sp>
      <p:pic>
        <p:nvPicPr>
          <p:cNvPr id="3" name="Picture 2" descr="03_top_donor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Prioritize outreach by high-volume donor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Top donors &amp; recipients</a:t>
            </a:r>
          </a:p>
        </p:txBody>
      </p:sp>
      <p:pic>
        <p:nvPicPr>
          <p:cNvPr id="3" name="Picture 2" descr="04_top_donors_recip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82296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Deepen anchor partnerships; watch recipient 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Operations — weekday peaks</a:t>
            </a:r>
          </a:p>
        </p:txBody>
      </p:sp>
      <p:pic>
        <p:nvPicPr>
          <p:cNvPr id="3" name="Picture 2" descr="05_dow_peaks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8229600" cy="37407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Schedule capacity where weekday demand spikes.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Cost focus — same-area batching (ZIP3 proxy)</a:t>
            </a:r>
          </a:p>
        </p:txBody>
      </p:sp>
      <p:pic>
        <p:nvPicPr>
          <p:cNvPr id="3" name="Picture 2" descr="06_batching_share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Multi-stop routes in dense ZIP3s reduce duplicate trip starts.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Maps &amp; hot spots (live 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Route map: donor ZIP → recipient ZIP flows, weighted by pounds.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Heat map: surplus concentration by donor ZIP for targeting and batching.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Run locally: streamlit run app.py → Map &amp; Waste pages.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Scheduling &amp; marketplace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Donors post pounds + pickup window; see estimated landfill savings vs trip cost.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Drivers/riders post capacity and availability — live board with masked contacts.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Shows how RLC could coordinate like a platform while staying nonprofit-led.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Economics story (for businesses)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Landfill/hauling is not free — donation + batched rescue can beat throw-away cost under realistic assumptions.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RLC coordination spreads logistics learning; grants/partners can subsidize trips so donors are not “priced out.”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Full calculator in app: Strategy &amp; economics page.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Staff and route-batch around weekday + seasonal peaks.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Prioritize corridors (ZIP3) with repeated multi-pickup days.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Pilot scheduling board with RLC ops; add auth, DB, and SMS/email next.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F766E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200">
                <a:solidFill>
                  <a:srgbClr val="475569"/>
                </a:solidFill>
              </a:defRPr>
            </a:pPr>
            <a:r>
              <a:t>Questions?</a:t>
            </a:r>
          </a:p>
          <a:p>
            <a:pPr algn="ctr">
              <a:defRPr sz="2200">
                <a:solidFill>
                  <a:srgbClr val="475569"/>
                </a:solidFill>
              </a:defRPr>
            </a:pPr>
          </a:p>
          <a:p>
            <a:pPr algn="ctr">
              <a:defRPr sz="2200">
                <a:solidFill>
                  <a:srgbClr val="475569"/>
                </a:solidFill>
              </a:defRPr>
            </a:pPr>
            <a:r>
              <a:t>Demo: http://127.0.0.1:8501 (local Streamlit)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